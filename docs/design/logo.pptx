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879"/>
    <a:srgbClr val="364491"/>
    <a:srgbClr val="566CE6"/>
    <a:srgbClr val="475ABF"/>
    <a:srgbClr val="3E4CA2"/>
    <a:srgbClr val="273067"/>
    <a:srgbClr val="323E84"/>
    <a:srgbClr val="1D2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400" d="100"/>
          <a:sy n="400" d="100"/>
        </p:scale>
        <p:origin x="-10432" y="-6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67248-1957-EFB1-3C0C-3687E6CC7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79FCC-85B4-4ECF-694C-6828E1863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9FD07-5542-7022-39C8-79F68FDA2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4D07-2B72-0A48-AED3-98190E3D84A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ACFBF-40F5-34A7-FA93-40FB2AD3D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ECE2B-4FE4-BCCA-0DF4-9EA98B80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B594-28AB-DD49-AF5D-A569A4976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98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DE74-CF85-66AF-1F88-5EB0350CC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DBD76-FE3D-1F8D-77F3-3D29B71F6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55AE1-DA12-2DEF-049D-598438E44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4D07-2B72-0A48-AED3-98190E3D84A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F9D91-BE5D-FD9D-A3B2-C0EFBC3F4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C1575-D33F-CBA2-6A35-0B9ED92C0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B594-28AB-DD49-AF5D-A569A4976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9D79-F22F-F67B-5173-EF7A34CBA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0D2CB-E174-BACC-9B4E-B29A5ED7C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EE87E-8A62-CEE2-5FB6-A4DBF21BC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4D07-2B72-0A48-AED3-98190E3D84A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EE1C6-0823-0E3B-D5E6-627DDBC48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DFBA2-33AC-5996-5D48-FC8B9C9D9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B594-28AB-DD49-AF5D-A569A4976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08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12428-36E8-9515-6909-94370C67A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D525E-DFC3-2DD0-1221-C3B877A6FA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B63C6-CF39-B1CA-D2E8-40B105B01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6FC55-DB89-9F7F-4399-03DBD1129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4D07-2B72-0A48-AED3-98190E3D84A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48928-3DC4-F81C-7A07-6A53EC2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DA210-3520-9C97-FE05-7E8AF976B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B594-28AB-DD49-AF5D-A569A4976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7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2D47-E714-095A-DF1A-04FC02F75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C5DDD-9D93-CA39-2EE4-85EE41339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40E91-3F09-DF08-3742-D5F3D594A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A1BC4F-79D3-9326-C8DD-A543AF867C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68E885-D8D0-12C1-86F3-0EBA6C21A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0C9CC1-5074-FC31-279F-18BB289AA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4D07-2B72-0A48-AED3-98190E3D84A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F40C92-06EB-DBC5-1331-2FCE2F770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C43C3F-3A22-E5CF-9CCC-4B2C3A209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B594-28AB-DD49-AF5D-A569A4976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1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C0C20-0108-BC9B-F13B-0D937725C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1F4270-BA2B-E9C0-D904-230E46F3D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4D07-2B72-0A48-AED3-98190E3D84A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74E7E5-1BEC-2E6B-2F0F-6638D127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82CE6-80C0-178F-D3E8-04BC54165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B594-28AB-DD49-AF5D-A569A4976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379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0242E2-880E-0E23-0F6C-EB1671001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4D07-2B72-0A48-AED3-98190E3D84A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EBAF29-D7E8-2031-7634-74C7DE12A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71C19-1FCE-0E0B-7FB9-388DBCE52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B594-28AB-DD49-AF5D-A569A4976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96594-BF95-E81D-50B3-921FACAA7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63DF2-4DF7-A8B4-DB81-F23CC5CBC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7ACC8-C94F-0E5E-04BA-471DF37B7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FB803-26BB-7BC8-6760-E44943F4A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4D07-2B72-0A48-AED3-98190E3D84A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0CF6D-400F-9246-AAB2-AB800E938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45890-0E5A-77C1-CB4F-96F845DF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B594-28AB-DD49-AF5D-A569A4976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270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B7469-2D94-9B7B-76CF-0173FA083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16EDF4-71EB-AEF1-0CB6-0E2B347D7B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03F98-097E-3DF3-BFEA-504D5465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23A4-CDB9-36BE-F575-5E3D7133F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4D07-2B72-0A48-AED3-98190E3D84A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35429-33AD-B95B-796C-DD04F44B1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71979-B2AF-CC79-33AA-15CF44918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B594-28AB-DD49-AF5D-A569A4976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68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430C4-46FC-A112-26FC-CC7412B8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FDFF4-0094-41FE-605F-21256D40C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140D6-4C63-DBE4-EFF8-465CF7F2D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4D07-2B72-0A48-AED3-98190E3D84A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5943B-531B-4099-4C86-CA060F4E1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B8350-7617-E045-FAB7-EB02B0F9A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B594-28AB-DD49-AF5D-A569A4976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99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40EE47-9D25-896A-6B5F-1E057D73C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0BFB6-1C6B-DCAE-F24F-EF5FF839F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55BC2-CA3B-1340-9CA7-83076870E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4D07-2B72-0A48-AED3-98190E3D84A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B0855-666A-8074-185D-3ABD1DE98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27CC3-E563-8963-B26C-7756DCCC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B594-28AB-DD49-AF5D-A569A4976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750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70F35-78D6-3AE4-4BD7-1157C2B8B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39755-B9B8-3B67-1E55-AF25190F1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A173B-3EB4-F3C4-F086-B2FD985E21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BF4D07-2B72-0A48-AED3-98190E3D84A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4BEB3-FF56-4411-EF84-2DFAA5B5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AF876-6F0B-C02F-B9FE-BFF2E71B7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5B594-28AB-DD49-AF5D-A569A4976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22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8F2394-CF21-A697-31A2-2FB0483742B0}"/>
              </a:ext>
            </a:extLst>
          </p:cNvPr>
          <p:cNvSpPr txBox="1"/>
          <p:nvPr/>
        </p:nvSpPr>
        <p:spPr>
          <a:xfrm>
            <a:off x="1124322" y="348916"/>
            <a:ext cx="128592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600" dirty="0"/>
              <a:t>@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6C4151-D638-D5AA-3344-AEACFFBEC20C}"/>
              </a:ext>
            </a:extLst>
          </p:cNvPr>
          <p:cNvSpPr/>
          <p:nvPr/>
        </p:nvSpPr>
        <p:spPr>
          <a:xfrm>
            <a:off x="569729" y="529390"/>
            <a:ext cx="1868511" cy="1279276"/>
          </a:xfrm>
          <a:custGeom>
            <a:avLst/>
            <a:gdLst>
              <a:gd name="csX0" fmla="*/ 0 w 1889452"/>
              <a:gd name="csY0" fmla="*/ 213217 h 1279276"/>
              <a:gd name="csX1" fmla="*/ 213217 w 1889452"/>
              <a:gd name="csY1" fmla="*/ 0 h 1279276"/>
              <a:gd name="csX2" fmla="*/ 1676235 w 1889452"/>
              <a:gd name="csY2" fmla="*/ 0 h 1279276"/>
              <a:gd name="csX3" fmla="*/ 1889452 w 1889452"/>
              <a:gd name="csY3" fmla="*/ 213217 h 1279276"/>
              <a:gd name="csX4" fmla="*/ 1889452 w 1889452"/>
              <a:gd name="csY4" fmla="*/ 1066059 h 1279276"/>
              <a:gd name="csX5" fmla="*/ 1676235 w 1889452"/>
              <a:gd name="csY5" fmla="*/ 1279276 h 1279276"/>
              <a:gd name="csX6" fmla="*/ 213217 w 1889452"/>
              <a:gd name="csY6" fmla="*/ 1279276 h 1279276"/>
              <a:gd name="csX7" fmla="*/ 0 w 1889452"/>
              <a:gd name="csY7" fmla="*/ 1066059 h 1279276"/>
              <a:gd name="csX8" fmla="*/ 0 w 1889452"/>
              <a:gd name="csY8" fmla="*/ 213217 h 1279276"/>
              <a:gd name="csX0" fmla="*/ 0 w 1889452"/>
              <a:gd name="csY0" fmla="*/ 213217 h 1279276"/>
              <a:gd name="csX1" fmla="*/ 614433 w 1889452"/>
              <a:gd name="csY1" fmla="*/ 9331 h 1279276"/>
              <a:gd name="csX2" fmla="*/ 1676235 w 1889452"/>
              <a:gd name="csY2" fmla="*/ 0 h 1279276"/>
              <a:gd name="csX3" fmla="*/ 1889452 w 1889452"/>
              <a:gd name="csY3" fmla="*/ 213217 h 1279276"/>
              <a:gd name="csX4" fmla="*/ 1889452 w 1889452"/>
              <a:gd name="csY4" fmla="*/ 1066059 h 1279276"/>
              <a:gd name="csX5" fmla="*/ 1676235 w 1889452"/>
              <a:gd name="csY5" fmla="*/ 1279276 h 1279276"/>
              <a:gd name="csX6" fmla="*/ 213217 w 1889452"/>
              <a:gd name="csY6" fmla="*/ 1279276 h 1279276"/>
              <a:gd name="csX7" fmla="*/ 0 w 1889452"/>
              <a:gd name="csY7" fmla="*/ 1066059 h 1279276"/>
              <a:gd name="csX8" fmla="*/ 0 w 1889452"/>
              <a:gd name="csY8" fmla="*/ 213217 h 1279276"/>
              <a:gd name="csX0" fmla="*/ 368560 w 1889452"/>
              <a:gd name="csY0" fmla="*/ 203887 h 1279276"/>
              <a:gd name="csX1" fmla="*/ 614433 w 1889452"/>
              <a:gd name="csY1" fmla="*/ 9331 h 1279276"/>
              <a:gd name="csX2" fmla="*/ 1676235 w 1889452"/>
              <a:gd name="csY2" fmla="*/ 0 h 1279276"/>
              <a:gd name="csX3" fmla="*/ 1889452 w 1889452"/>
              <a:gd name="csY3" fmla="*/ 213217 h 1279276"/>
              <a:gd name="csX4" fmla="*/ 1889452 w 1889452"/>
              <a:gd name="csY4" fmla="*/ 1066059 h 1279276"/>
              <a:gd name="csX5" fmla="*/ 1676235 w 1889452"/>
              <a:gd name="csY5" fmla="*/ 1279276 h 1279276"/>
              <a:gd name="csX6" fmla="*/ 213217 w 1889452"/>
              <a:gd name="csY6" fmla="*/ 1279276 h 1279276"/>
              <a:gd name="csX7" fmla="*/ 0 w 1889452"/>
              <a:gd name="csY7" fmla="*/ 1066059 h 1279276"/>
              <a:gd name="csX8" fmla="*/ 368560 w 1889452"/>
              <a:gd name="csY8" fmla="*/ 203887 h 1279276"/>
              <a:gd name="csX0" fmla="*/ 335903 w 1889452"/>
              <a:gd name="csY0" fmla="*/ 208553 h 1279276"/>
              <a:gd name="csX1" fmla="*/ 614433 w 1889452"/>
              <a:gd name="csY1" fmla="*/ 9331 h 1279276"/>
              <a:gd name="csX2" fmla="*/ 1676235 w 1889452"/>
              <a:gd name="csY2" fmla="*/ 0 h 1279276"/>
              <a:gd name="csX3" fmla="*/ 1889452 w 1889452"/>
              <a:gd name="csY3" fmla="*/ 213217 h 1279276"/>
              <a:gd name="csX4" fmla="*/ 1889452 w 1889452"/>
              <a:gd name="csY4" fmla="*/ 1066059 h 1279276"/>
              <a:gd name="csX5" fmla="*/ 1676235 w 1889452"/>
              <a:gd name="csY5" fmla="*/ 1279276 h 1279276"/>
              <a:gd name="csX6" fmla="*/ 213217 w 1889452"/>
              <a:gd name="csY6" fmla="*/ 1279276 h 1279276"/>
              <a:gd name="csX7" fmla="*/ 0 w 1889452"/>
              <a:gd name="csY7" fmla="*/ 1066059 h 1279276"/>
              <a:gd name="csX8" fmla="*/ 335903 w 1889452"/>
              <a:gd name="csY8" fmla="*/ 208553 h 1279276"/>
              <a:gd name="csX0" fmla="*/ 335903 w 1889452"/>
              <a:gd name="csY0" fmla="*/ 208553 h 1279276"/>
              <a:gd name="csX1" fmla="*/ 614433 w 1889452"/>
              <a:gd name="csY1" fmla="*/ 9331 h 1279276"/>
              <a:gd name="csX2" fmla="*/ 1676235 w 1889452"/>
              <a:gd name="csY2" fmla="*/ 0 h 1279276"/>
              <a:gd name="csX3" fmla="*/ 1889452 w 1889452"/>
              <a:gd name="csY3" fmla="*/ 213217 h 1279276"/>
              <a:gd name="csX4" fmla="*/ 1889452 w 1889452"/>
              <a:gd name="csY4" fmla="*/ 1066059 h 1279276"/>
              <a:gd name="csX5" fmla="*/ 1676235 w 1889452"/>
              <a:gd name="csY5" fmla="*/ 1279276 h 1279276"/>
              <a:gd name="csX6" fmla="*/ 213217 w 1889452"/>
              <a:gd name="csY6" fmla="*/ 1279276 h 1279276"/>
              <a:gd name="csX7" fmla="*/ 0 w 1889452"/>
              <a:gd name="csY7" fmla="*/ 1066059 h 1279276"/>
              <a:gd name="csX8" fmla="*/ 335903 w 1889452"/>
              <a:gd name="csY8" fmla="*/ 208553 h 1279276"/>
              <a:gd name="csX0" fmla="*/ 352586 w 1906135"/>
              <a:gd name="csY0" fmla="*/ 208553 h 1279276"/>
              <a:gd name="csX1" fmla="*/ 631116 w 1906135"/>
              <a:gd name="csY1" fmla="*/ 9331 h 1279276"/>
              <a:gd name="csX2" fmla="*/ 1692918 w 1906135"/>
              <a:gd name="csY2" fmla="*/ 0 h 1279276"/>
              <a:gd name="csX3" fmla="*/ 1906135 w 1906135"/>
              <a:gd name="csY3" fmla="*/ 213217 h 1279276"/>
              <a:gd name="csX4" fmla="*/ 1906135 w 1906135"/>
              <a:gd name="csY4" fmla="*/ 1066059 h 1279276"/>
              <a:gd name="csX5" fmla="*/ 1692918 w 1906135"/>
              <a:gd name="csY5" fmla="*/ 1279276 h 1279276"/>
              <a:gd name="csX6" fmla="*/ 229900 w 1906135"/>
              <a:gd name="csY6" fmla="*/ 1279276 h 1279276"/>
              <a:gd name="csX7" fmla="*/ 16683 w 1906135"/>
              <a:gd name="csY7" fmla="*/ 1066059 h 1279276"/>
              <a:gd name="csX8" fmla="*/ 352586 w 1906135"/>
              <a:gd name="csY8" fmla="*/ 208553 h 1279276"/>
              <a:gd name="csX0" fmla="*/ 318469 w 1872018"/>
              <a:gd name="csY0" fmla="*/ 208553 h 1279276"/>
              <a:gd name="csX1" fmla="*/ 596999 w 1872018"/>
              <a:gd name="csY1" fmla="*/ 9331 h 1279276"/>
              <a:gd name="csX2" fmla="*/ 1658801 w 1872018"/>
              <a:gd name="csY2" fmla="*/ 0 h 1279276"/>
              <a:gd name="csX3" fmla="*/ 1872018 w 1872018"/>
              <a:gd name="csY3" fmla="*/ 213217 h 1279276"/>
              <a:gd name="csX4" fmla="*/ 1872018 w 1872018"/>
              <a:gd name="csY4" fmla="*/ 1066059 h 1279276"/>
              <a:gd name="csX5" fmla="*/ 1658801 w 1872018"/>
              <a:gd name="csY5" fmla="*/ 1279276 h 1279276"/>
              <a:gd name="csX6" fmla="*/ 195783 w 1872018"/>
              <a:gd name="csY6" fmla="*/ 1279276 h 1279276"/>
              <a:gd name="csX7" fmla="*/ 19888 w 1872018"/>
              <a:gd name="csY7" fmla="*/ 1000744 h 1279276"/>
              <a:gd name="csX8" fmla="*/ 318469 w 1872018"/>
              <a:gd name="csY8" fmla="*/ 208553 h 1279276"/>
              <a:gd name="csX0" fmla="*/ 314962 w 1868511"/>
              <a:gd name="csY0" fmla="*/ 208553 h 1279276"/>
              <a:gd name="csX1" fmla="*/ 593492 w 1868511"/>
              <a:gd name="csY1" fmla="*/ 9331 h 1279276"/>
              <a:gd name="csX2" fmla="*/ 1655294 w 1868511"/>
              <a:gd name="csY2" fmla="*/ 0 h 1279276"/>
              <a:gd name="csX3" fmla="*/ 1868511 w 1868511"/>
              <a:gd name="csY3" fmla="*/ 213217 h 1279276"/>
              <a:gd name="csX4" fmla="*/ 1868511 w 1868511"/>
              <a:gd name="csY4" fmla="*/ 1066059 h 1279276"/>
              <a:gd name="csX5" fmla="*/ 1655294 w 1868511"/>
              <a:gd name="csY5" fmla="*/ 1279276 h 1279276"/>
              <a:gd name="csX6" fmla="*/ 192276 w 1868511"/>
              <a:gd name="csY6" fmla="*/ 1279276 h 1279276"/>
              <a:gd name="csX7" fmla="*/ 16381 w 1868511"/>
              <a:gd name="csY7" fmla="*/ 1000744 h 1279276"/>
              <a:gd name="csX8" fmla="*/ 314962 w 1868511"/>
              <a:gd name="csY8" fmla="*/ 208553 h 12792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68511" h="1279276">
                <a:moveTo>
                  <a:pt x="314962" y="208553"/>
                </a:moveTo>
                <a:cubicBezTo>
                  <a:pt x="347619" y="100128"/>
                  <a:pt x="475736" y="9331"/>
                  <a:pt x="593492" y="9331"/>
                </a:cubicBezTo>
                <a:lnTo>
                  <a:pt x="1655294" y="0"/>
                </a:lnTo>
                <a:cubicBezTo>
                  <a:pt x="1773050" y="0"/>
                  <a:pt x="1868511" y="95461"/>
                  <a:pt x="1868511" y="213217"/>
                </a:cubicBezTo>
                <a:lnTo>
                  <a:pt x="1868511" y="1066059"/>
                </a:lnTo>
                <a:cubicBezTo>
                  <a:pt x="1868511" y="1183815"/>
                  <a:pt x="1773050" y="1279276"/>
                  <a:pt x="1655294" y="1279276"/>
                </a:cubicBezTo>
                <a:lnTo>
                  <a:pt x="192276" y="1279276"/>
                </a:lnTo>
                <a:cubicBezTo>
                  <a:pt x="74520" y="1279276"/>
                  <a:pt x="-44268" y="1151158"/>
                  <a:pt x="16381" y="1000744"/>
                </a:cubicBezTo>
                <a:lnTo>
                  <a:pt x="314962" y="208553"/>
                </a:lnTo>
                <a:close/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AF2B8F-ECCB-5113-E9D9-D8A902FD6368}"/>
              </a:ext>
            </a:extLst>
          </p:cNvPr>
          <p:cNvCxnSpPr>
            <a:cxnSpLocks/>
          </p:cNvCxnSpPr>
          <p:nvPr/>
        </p:nvCxnSpPr>
        <p:spPr>
          <a:xfrm flipH="1">
            <a:off x="870694" y="749641"/>
            <a:ext cx="303245" cy="816429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4CEA90B-95F5-BF6E-2223-3BB2EDCE330A}"/>
              </a:ext>
            </a:extLst>
          </p:cNvPr>
          <p:cNvSpPr txBox="1"/>
          <p:nvPr/>
        </p:nvSpPr>
        <p:spPr>
          <a:xfrm>
            <a:off x="5234344" y="3407430"/>
            <a:ext cx="962025" cy="939998"/>
          </a:xfrm>
          <a:custGeom>
            <a:avLst/>
            <a:gdLst/>
            <a:ahLst/>
            <a:cxnLst/>
            <a:rect l="l" t="t" r="r" b="b"/>
            <a:pathLst>
              <a:path w="962025" h="939998">
                <a:moveTo>
                  <a:pt x="473273" y="311944"/>
                </a:moveTo>
                <a:cubicBezTo>
                  <a:pt x="439936" y="311944"/>
                  <a:pt x="413444" y="319385"/>
                  <a:pt x="393799" y="334268"/>
                </a:cubicBezTo>
                <a:cubicBezTo>
                  <a:pt x="374154" y="349151"/>
                  <a:pt x="360065" y="368895"/>
                  <a:pt x="351532" y="393501"/>
                </a:cubicBezTo>
                <a:cubicBezTo>
                  <a:pt x="342999" y="418108"/>
                  <a:pt x="338733" y="444698"/>
                  <a:pt x="338733" y="473273"/>
                </a:cubicBezTo>
                <a:cubicBezTo>
                  <a:pt x="338733" y="502642"/>
                  <a:pt x="342900" y="529927"/>
                  <a:pt x="351234" y="555129"/>
                </a:cubicBezTo>
                <a:cubicBezTo>
                  <a:pt x="359569" y="580330"/>
                  <a:pt x="373162" y="600472"/>
                  <a:pt x="392013" y="615553"/>
                </a:cubicBezTo>
                <a:cubicBezTo>
                  <a:pt x="410865" y="630634"/>
                  <a:pt x="436166" y="638175"/>
                  <a:pt x="467916" y="638175"/>
                </a:cubicBezTo>
                <a:cubicBezTo>
                  <a:pt x="502047" y="638175"/>
                  <a:pt x="529332" y="630634"/>
                  <a:pt x="549771" y="615553"/>
                </a:cubicBezTo>
                <a:cubicBezTo>
                  <a:pt x="570210" y="600472"/>
                  <a:pt x="584894" y="580430"/>
                  <a:pt x="593824" y="555426"/>
                </a:cubicBezTo>
                <a:cubicBezTo>
                  <a:pt x="602754" y="530423"/>
                  <a:pt x="607219" y="503039"/>
                  <a:pt x="607219" y="473273"/>
                </a:cubicBezTo>
                <a:cubicBezTo>
                  <a:pt x="607219" y="444698"/>
                  <a:pt x="602853" y="418108"/>
                  <a:pt x="594122" y="393501"/>
                </a:cubicBezTo>
                <a:cubicBezTo>
                  <a:pt x="585391" y="368895"/>
                  <a:pt x="571202" y="349151"/>
                  <a:pt x="551557" y="334268"/>
                </a:cubicBezTo>
                <a:cubicBezTo>
                  <a:pt x="531912" y="319385"/>
                  <a:pt x="505817" y="311944"/>
                  <a:pt x="473273" y="311944"/>
                </a:cubicBezTo>
                <a:close/>
                <a:moveTo>
                  <a:pt x="482203" y="0"/>
                </a:moveTo>
                <a:cubicBezTo>
                  <a:pt x="555228" y="0"/>
                  <a:pt x="621109" y="11311"/>
                  <a:pt x="679847" y="33933"/>
                </a:cubicBezTo>
                <a:cubicBezTo>
                  <a:pt x="738584" y="56555"/>
                  <a:pt x="789087" y="88503"/>
                  <a:pt x="831354" y="129778"/>
                </a:cubicBezTo>
                <a:cubicBezTo>
                  <a:pt x="873621" y="171053"/>
                  <a:pt x="905966" y="219472"/>
                  <a:pt x="928390" y="275034"/>
                </a:cubicBezTo>
                <a:cubicBezTo>
                  <a:pt x="950813" y="330597"/>
                  <a:pt x="962025" y="391319"/>
                  <a:pt x="962025" y="457200"/>
                </a:cubicBezTo>
                <a:cubicBezTo>
                  <a:pt x="962025" y="519509"/>
                  <a:pt x="952996" y="569516"/>
                  <a:pt x="934938" y="607219"/>
                </a:cubicBezTo>
                <a:cubicBezTo>
                  <a:pt x="916880" y="644922"/>
                  <a:pt x="892869" y="672207"/>
                  <a:pt x="862905" y="689074"/>
                </a:cubicBezTo>
                <a:cubicBezTo>
                  <a:pt x="832941" y="705941"/>
                  <a:pt x="800100" y="714375"/>
                  <a:pt x="764381" y="714375"/>
                </a:cubicBezTo>
                <a:cubicBezTo>
                  <a:pt x="726281" y="714375"/>
                  <a:pt x="694630" y="706437"/>
                  <a:pt x="669429" y="690562"/>
                </a:cubicBezTo>
                <a:cubicBezTo>
                  <a:pt x="644227" y="674687"/>
                  <a:pt x="627459" y="650478"/>
                  <a:pt x="619125" y="617934"/>
                </a:cubicBezTo>
                <a:cubicBezTo>
                  <a:pt x="606425" y="645716"/>
                  <a:pt x="585688" y="668734"/>
                  <a:pt x="556915" y="686991"/>
                </a:cubicBezTo>
                <a:cubicBezTo>
                  <a:pt x="528141" y="705247"/>
                  <a:pt x="494109" y="714375"/>
                  <a:pt x="454819" y="714375"/>
                </a:cubicBezTo>
                <a:cubicBezTo>
                  <a:pt x="410369" y="714375"/>
                  <a:pt x="372467" y="704354"/>
                  <a:pt x="341114" y="684312"/>
                </a:cubicBezTo>
                <a:cubicBezTo>
                  <a:pt x="309761" y="664269"/>
                  <a:pt x="285849" y="636290"/>
                  <a:pt x="269379" y="600373"/>
                </a:cubicBezTo>
                <a:cubicBezTo>
                  <a:pt x="252909" y="564455"/>
                  <a:pt x="244673" y="522486"/>
                  <a:pt x="244673" y="474464"/>
                </a:cubicBezTo>
                <a:cubicBezTo>
                  <a:pt x="244673" y="426442"/>
                  <a:pt x="253405" y="384572"/>
                  <a:pt x="270867" y="348853"/>
                </a:cubicBezTo>
                <a:cubicBezTo>
                  <a:pt x="288330" y="313134"/>
                  <a:pt x="313234" y="285452"/>
                  <a:pt x="345579" y="265807"/>
                </a:cubicBezTo>
                <a:cubicBezTo>
                  <a:pt x="377924" y="246162"/>
                  <a:pt x="416123" y="236339"/>
                  <a:pt x="460177" y="236339"/>
                </a:cubicBezTo>
                <a:cubicBezTo>
                  <a:pt x="495895" y="236339"/>
                  <a:pt x="526455" y="243681"/>
                  <a:pt x="551855" y="258366"/>
                </a:cubicBezTo>
                <a:cubicBezTo>
                  <a:pt x="577255" y="273050"/>
                  <a:pt x="595709" y="290314"/>
                  <a:pt x="607219" y="310158"/>
                </a:cubicBezTo>
                <a:lnTo>
                  <a:pt x="611386" y="243483"/>
                </a:lnTo>
                <a:lnTo>
                  <a:pt x="701873" y="243483"/>
                </a:lnTo>
                <a:lnTo>
                  <a:pt x="701873" y="564356"/>
                </a:lnTo>
                <a:cubicBezTo>
                  <a:pt x="701873" y="591741"/>
                  <a:pt x="707827" y="611187"/>
                  <a:pt x="719733" y="622697"/>
                </a:cubicBezTo>
                <a:cubicBezTo>
                  <a:pt x="731639" y="634206"/>
                  <a:pt x="749101" y="639961"/>
                  <a:pt x="772120" y="639961"/>
                </a:cubicBezTo>
                <a:cubicBezTo>
                  <a:pt x="797123" y="639961"/>
                  <a:pt x="817562" y="632321"/>
                  <a:pt x="833437" y="617041"/>
                </a:cubicBezTo>
                <a:cubicBezTo>
                  <a:pt x="849312" y="601762"/>
                  <a:pt x="861119" y="580430"/>
                  <a:pt x="868859" y="553045"/>
                </a:cubicBezTo>
                <a:cubicBezTo>
                  <a:pt x="876598" y="525661"/>
                  <a:pt x="880467" y="494109"/>
                  <a:pt x="880467" y="458391"/>
                </a:cubicBezTo>
                <a:cubicBezTo>
                  <a:pt x="880467" y="380206"/>
                  <a:pt x="863699" y="312241"/>
                  <a:pt x="830163" y="254496"/>
                </a:cubicBezTo>
                <a:cubicBezTo>
                  <a:pt x="796627" y="196751"/>
                  <a:pt x="749895" y="151904"/>
                  <a:pt x="689967" y="119955"/>
                </a:cubicBezTo>
                <a:cubicBezTo>
                  <a:pt x="630039" y="88007"/>
                  <a:pt x="560784" y="72033"/>
                  <a:pt x="482203" y="72033"/>
                </a:cubicBezTo>
                <a:cubicBezTo>
                  <a:pt x="403622" y="72033"/>
                  <a:pt x="334268" y="88205"/>
                  <a:pt x="274141" y="120551"/>
                </a:cubicBezTo>
                <a:cubicBezTo>
                  <a:pt x="214015" y="152896"/>
                  <a:pt x="166985" y="198834"/>
                  <a:pt x="133052" y="258366"/>
                </a:cubicBezTo>
                <a:cubicBezTo>
                  <a:pt x="99120" y="317897"/>
                  <a:pt x="82153" y="388342"/>
                  <a:pt x="82153" y="469701"/>
                </a:cubicBezTo>
                <a:cubicBezTo>
                  <a:pt x="82153" y="554633"/>
                  <a:pt x="99616" y="626765"/>
                  <a:pt x="134541" y="686098"/>
                </a:cubicBezTo>
                <a:cubicBezTo>
                  <a:pt x="169466" y="745430"/>
                  <a:pt x="217289" y="790575"/>
                  <a:pt x="278011" y="821531"/>
                </a:cubicBezTo>
                <a:cubicBezTo>
                  <a:pt x="338733" y="852487"/>
                  <a:pt x="407987" y="867966"/>
                  <a:pt x="485775" y="867966"/>
                </a:cubicBezTo>
                <a:cubicBezTo>
                  <a:pt x="525066" y="867966"/>
                  <a:pt x="563761" y="864096"/>
                  <a:pt x="601861" y="856357"/>
                </a:cubicBezTo>
                <a:cubicBezTo>
                  <a:pt x="639961" y="848618"/>
                  <a:pt x="675084" y="838002"/>
                  <a:pt x="707231" y="824508"/>
                </a:cubicBezTo>
                <a:lnTo>
                  <a:pt x="707231" y="903089"/>
                </a:lnTo>
                <a:cubicBezTo>
                  <a:pt x="675481" y="914995"/>
                  <a:pt x="640953" y="924123"/>
                  <a:pt x="603647" y="930473"/>
                </a:cubicBezTo>
                <a:cubicBezTo>
                  <a:pt x="566341" y="936823"/>
                  <a:pt x="528241" y="939998"/>
                  <a:pt x="489347" y="939998"/>
                </a:cubicBezTo>
                <a:cubicBezTo>
                  <a:pt x="392906" y="939998"/>
                  <a:pt x="307975" y="920849"/>
                  <a:pt x="234553" y="882551"/>
                </a:cubicBezTo>
                <a:cubicBezTo>
                  <a:pt x="161131" y="844252"/>
                  <a:pt x="103684" y="789880"/>
                  <a:pt x="62210" y="719435"/>
                </a:cubicBezTo>
                <a:cubicBezTo>
                  <a:pt x="20737" y="648990"/>
                  <a:pt x="0" y="565745"/>
                  <a:pt x="0" y="469701"/>
                </a:cubicBezTo>
                <a:cubicBezTo>
                  <a:pt x="0" y="398661"/>
                  <a:pt x="11906" y="334268"/>
                  <a:pt x="35719" y="276523"/>
                </a:cubicBezTo>
                <a:cubicBezTo>
                  <a:pt x="59531" y="218777"/>
                  <a:pt x="93166" y="169267"/>
                  <a:pt x="136624" y="127992"/>
                </a:cubicBezTo>
                <a:cubicBezTo>
                  <a:pt x="180082" y="86717"/>
                  <a:pt x="231080" y="55066"/>
                  <a:pt x="289620" y="33040"/>
                </a:cubicBezTo>
                <a:cubicBezTo>
                  <a:pt x="348159" y="11013"/>
                  <a:pt x="412353" y="0"/>
                  <a:pt x="48220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endParaRPr lang="en-US" sz="9600" dirty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4A35B245-FD8C-DDFC-8BF2-0BF968FC5D9C}"/>
              </a:ext>
            </a:extLst>
          </p:cNvPr>
          <p:cNvSpPr/>
          <p:nvPr/>
        </p:nvSpPr>
        <p:spPr>
          <a:xfrm>
            <a:off x="4514491" y="2956072"/>
            <a:ext cx="1868511" cy="1553444"/>
          </a:xfrm>
          <a:custGeom>
            <a:avLst/>
            <a:gdLst>
              <a:gd name="csX0" fmla="*/ 1055787 w 1868511"/>
              <a:gd name="csY0" fmla="*/ 0 h 1553444"/>
              <a:gd name="csX1" fmla="*/ 1055787 w 1868511"/>
              <a:gd name="csY1" fmla="*/ 279437 h 1553444"/>
              <a:gd name="csX2" fmla="*/ 1059268 w 1868511"/>
              <a:gd name="csY2" fmla="*/ 279406 h 1553444"/>
              <a:gd name="csX3" fmla="*/ 1462149 w 1868511"/>
              <a:gd name="csY3" fmla="*/ 0 h 1553444"/>
              <a:gd name="csX4" fmla="*/ 1462149 w 1868511"/>
              <a:gd name="csY4" fmla="*/ 275866 h 1553444"/>
              <a:gd name="csX5" fmla="*/ 1470845 w 1868511"/>
              <a:gd name="csY5" fmla="*/ 275789 h 1553444"/>
              <a:gd name="csX6" fmla="*/ 1868511 w 1868511"/>
              <a:gd name="csY6" fmla="*/ 0 h 1553444"/>
              <a:gd name="csX7" fmla="*/ 1868511 w 1868511"/>
              <a:gd name="csY7" fmla="*/ 281820 h 1553444"/>
              <a:gd name="csX8" fmla="*/ 1708960 w 1868511"/>
              <a:gd name="csY8" fmla="*/ 281820 h 1553444"/>
              <a:gd name="csX9" fmla="*/ 1738287 w 1868511"/>
              <a:gd name="csY9" fmla="*/ 290924 h 1553444"/>
              <a:gd name="csX10" fmla="*/ 1868511 w 1868511"/>
              <a:gd name="csY10" fmla="*/ 487385 h 1553444"/>
              <a:gd name="csX11" fmla="*/ 1868511 w 1868511"/>
              <a:gd name="csY11" fmla="*/ 1340227 h 1553444"/>
              <a:gd name="csX12" fmla="*/ 1655294 w 1868511"/>
              <a:gd name="csY12" fmla="*/ 1553444 h 1553444"/>
              <a:gd name="csX13" fmla="*/ 192276 w 1868511"/>
              <a:gd name="csY13" fmla="*/ 1553444 h 1553444"/>
              <a:gd name="csX14" fmla="*/ 16381 w 1868511"/>
              <a:gd name="csY14" fmla="*/ 1274912 h 1553444"/>
              <a:gd name="csX15" fmla="*/ 314962 w 1868511"/>
              <a:gd name="csY15" fmla="*/ 482721 h 1553444"/>
              <a:gd name="csX16" fmla="*/ 593492 w 1868511"/>
              <a:gd name="csY16" fmla="*/ 283499 h 1553444"/>
              <a:gd name="csX17" fmla="*/ 784560 w 1868511"/>
              <a:gd name="csY17" fmla="*/ 281820 h 1553444"/>
              <a:gd name="csX18" fmla="*/ 649425 w 1868511"/>
              <a:gd name="csY18" fmla="*/ 281820 h 1553444"/>
              <a:gd name="csX0" fmla="*/ 1055787 w 1868511"/>
              <a:gd name="csY0" fmla="*/ 0 h 1553444"/>
              <a:gd name="csX1" fmla="*/ 1055787 w 1868511"/>
              <a:gd name="csY1" fmla="*/ 279437 h 1553444"/>
              <a:gd name="csX2" fmla="*/ 1059268 w 1868511"/>
              <a:gd name="csY2" fmla="*/ 279406 h 1553444"/>
              <a:gd name="csX3" fmla="*/ 1462149 w 1868511"/>
              <a:gd name="csY3" fmla="*/ 0 h 1553444"/>
              <a:gd name="csX4" fmla="*/ 1462149 w 1868511"/>
              <a:gd name="csY4" fmla="*/ 275866 h 1553444"/>
              <a:gd name="csX5" fmla="*/ 1470845 w 1868511"/>
              <a:gd name="csY5" fmla="*/ 275789 h 1553444"/>
              <a:gd name="csX6" fmla="*/ 1868511 w 1868511"/>
              <a:gd name="csY6" fmla="*/ 0 h 1553444"/>
              <a:gd name="csX7" fmla="*/ 1868511 w 1868511"/>
              <a:gd name="csY7" fmla="*/ 281820 h 1553444"/>
              <a:gd name="csX8" fmla="*/ 1708960 w 1868511"/>
              <a:gd name="csY8" fmla="*/ 281820 h 1553444"/>
              <a:gd name="csX9" fmla="*/ 1738287 w 1868511"/>
              <a:gd name="csY9" fmla="*/ 290924 h 1553444"/>
              <a:gd name="csX10" fmla="*/ 1868511 w 1868511"/>
              <a:gd name="csY10" fmla="*/ 487385 h 1553444"/>
              <a:gd name="csX11" fmla="*/ 1868511 w 1868511"/>
              <a:gd name="csY11" fmla="*/ 1340227 h 1553444"/>
              <a:gd name="csX12" fmla="*/ 1655294 w 1868511"/>
              <a:gd name="csY12" fmla="*/ 1553444 h 1553444"/>
              <a:gd name="csX13" fmla="*/ 192276 w 1868511"/>
              <a:gd name="csY13" fmla="*/ 1553444 h 1553444"/>
              <a:gd name="csX14" fmla="*/ 16381 w 1868511"/>
              <a:gd name="csY14" fmla="*/ 1274912 h 1553444"/>
              <a:gd name="csX15" fmla="*/ 314962 w 1868511"/>
              <a:gd name="csY15" fmla="*/ 482721 h 1553444"/>
              <a:gd name="csX16" fmla="*/ 593492 w 1868511"/>
              <a:gd name="csY16" fmla="*/ 283499 h 1553444"/>
              <a:gd name="csX17" fmla="*/ 773083 w 1868511"/>
              <a:gd name="csY17" fmla="*/ 358339 h 1553444"/>
              <a:gd name="csX18" fmla="*/ 649425 w 1868511"/>
              <a:gd name="csY18" fmla="*/ 281820 h 1553444"/>
              <a:gd name="csX19" fmla="*/ 1055787 w 1868511"/>
              <a:gd name="csY19" fmla="*/ 0 h 1553444"/>
              <a:gd name="csX0" fmla="*/ 1055787 w 1868511"/>
              <a:gd name="csY0" fmla="*/ 0 h 1553444"/>
              <a:gd name="csX1" fmla="*/ 1055787 w 1868511"/>
              <a:gd name="csY1" fmla="*/ 279437 h 1553444"/>
              <a:gd name="csX2" fmla="*/ 1059268 w 1868511"/>
              <a:gd name="csY2" fmla="*/ 279406 h 1553444"/>
              <a:gd name="csX3" fmla="*/ 1462149 w 1868511"/>
              <a:gd name="csY3" fmla="*/ 0 h 1553444"/>
              <a:gd name="csX4" fmla="*/ 1462149 w 1868511"/>
              <a:gd name="csY4" fmla="*/ 275866 h 1553444"/>
              <a:gd name="csX5" fmla="*/ 1470845 w 1868511"/>
              <a:gd name="csY5" fmla="*/ 275789 h 1553444"/>
              <a:gd name="csX6" fmla="*/ 1868511 w 1868511"/>
              <a:gd name="csY6" fmla="*/ 0 h 1553444"/>
              <a:gd name="csX7" fmla="*/ 1868511 w 1868511"/>
              <a:gd name="csY7" fmla="*/ 281820 h 1553444"/>
              <a:gd name="csX8" fmla="*/ 1708960 w 1868511"/>
              <a:gd name="csY8" fmla="*/ 281820 h 1553444"/>
              <a:gd name="csX9" fmla="*/ 1738287 w 1868511"/>
              <a:gd name="csY9" fmla="*/ 290924 h 1553444"/>
              <a:gd name="csX10" fmla="*/ 1868511 w 1868511"/>
              <a:gd name="csY10" fmla="*/ 487385 h 1553444"/>
              <a:gd name="csX11" fmla="*/ 1868511 w 1868511"/>
              <a:gd name="csY11" fmla="*/ 1340227 h 1553444"/>
              <a:gd name="csX12" fmla="*/ 1655294 w 1868511"/>
              <a:gd name="csY12" fmla="*/ 1553444 h 1553444"/>
              <a:gd name="csX13" fmla="*/ 192276 w 1868511"/>
              <a:gd name="csY13" fmla="*/ 1553444 h 1553444"/>
              <a:gd name="csX14" fmla="*/ 16381 w 1868511"/>
              <a:gd name="csY14" fmla="*/ 1274912 h 1553444"/>
              <a:gd name="csX15" fmla="*/ 314962 w 1868511"/>
              <a:gd name="csY15" fmla="*/ 482721 h 1553444"/>
              <a:gd name="csX16" fmla="*/ 593492 w 1868511"/>
              <a:gd name="csY16" fmla="*/ 283499 h 1553444"/>
              <a:gd name="csX17" fmla="*/ 649425 w 1868511"/>
              <a:gd name="csY17" fmla="*/ 281820 h 1553444"/>
              <a:gd name="csX18" fmla="*/ 1055787 w 1868511"/>
              <a:gd name="csY18" fmla="*/ 0 h 1553444"/>
              <a:gd name="csX0" fmla="*/ 1055787 w 1868511"/>
              <a:gd name="csY0" fmla="*/ 0 h 1553444"/>
              <a:gd name="csX1" fmla="*/ 1055787 w 1868511"/>
              <a:gd name="csY1" fmla="*/ 279437 h 1553444"/>
              <a:gd name="csX2" fmla="*/ 1059268 w 1868511"/>
              <a:gd name="csY2" fmla="*/ 279406 h 1553444"/>
              <a:gd name="csX3" fmla="*/ 1462149 w 1868511"/>
              <a:gd name="csY3" fmla="*/ 0 h 1553444"/>
              <a:gd name="csX4" fmla="*/ 1462149 w 1868511"/>
              <a:gd name="csY4" fmla="*/ 275866 h 1553444"/>
              <a:gd name="csX5" fmla="*/ 1470845 w 1868511"/>
              <a:gd name="csY5" fmla="*/ 275789 h 1553444"/>
              <a:gd name="csX6" fmla="*/ 1868511 w 1868511"/>
              <a:gd name="csY6" fmla="*/ 0 h 1553444"/>
              <a:gd name="csX7" fmla="*/ 1868511 w 1868511"/>
              <a:gd name="csY7" fmla="*/ 281820 h 1553444"/>
              <a:gd name="csX8" fmla="*/ 1738287 w 1868511"/>
              <a:gd name="csY8" fmla="*/ 290924 h 1553444"/>
              <a:gd name="csX9" fmla="*/ 1868511 w 1868511"/>
              <a:gd name="csY9" fmla="*/ 487385 h 1553444"/>
              <a:gd name="csX10" fmla="*/ 1868511 w 1868511"/>
              <a:gd name="csY10" fmla="*/ 1340227 h 1553444"/>
              <a:gd name="csX11" fmla="*/ 1655294 w 1868511"/>
              <a:gd name="csY11" fmla="*/ 1553444 h 1553444"/>
              <a:gd name="csX12" fmla="*/ 192276 w 1868511"/>
              <a:gd name="csY12" fmla="*/ 1553444 h 1553444"/>
              <a:gd name="csX13" fmla="*/ 16381 w 1868511"/>
              <a:gd name="csY13" fmla="*/ 1274912 h 1553444"/>
              <a:gd name="csX14" fmla="*/ 314962 w 1868511"/>
              <a:gd name="csY14" fmla="*/ 482721 h 1553444"/>
              <a:gd name="csX15" fmla="*/ 593492 w 1868511"/>
              <a:gd name="csY15" fmla="*/ 283499 h 1553444"/>
              <a:gd name="csX16" fmla="*/ 649425 w 1868511"/>
              <a:gd name="csY16" fmla="*/ 281820 h 1553444"/>
              <a:gd name="csX17" fmla="*/ 1055787 w 1868511"/>
              <a:gd name="csY17" fmla="*/ 0 h 1553444"/>
              <a:gd name="csX0" fmla="*/ 1055787 w 1868511"/>
              <a:gd name="csY0" fmla="*/ 0 h 1553444"/>
              <a:gd name="csX1" fmla="*/ 1055787 w 1868511"/>
              <a:gd name="csY1" fmla="*/ 279437 h 1553444"/>
              <a:gd name="csX2" fmla="*/ 1059268 w 1868511"/>
              <a:gd name="csY2" fmla="*/ 279406 h 1553444"/>
              <a:gd name="csX3" fmla="*/ 1462149 w 1868511"/>
              <a:gd name="csY3" fmla="*/ 0 h 1553444"/>
              <a:gd name="csX4" fmla="*/ 1462149 w 1868511"/>
              <a:gd name="csY4" fmla="*/ 275866 h 1553444"/>
              <a:gd name="csX5" fmla="*/ 1470845 w 1868511"/>
              <a:gd name="csY5" fmla="*/ 275789 h 1553444"/>
              <a:gd name="csX6" fmla="*/ 1868511 w 1868511"/>
              <a:gd name="csY6" fmla="*/ 0 h 1553444"/>
              <a:gd name="csX7" fmla="*/ 1868511 w 1868511"/>
              <a:gd name="csY7" fmla="*/ 281820 h 1553444"/>
              <a:gd name="csX8" fmla="*/ 1868511 w 1868511"/>
              <a:gd name="csY8" fmla="*/ 487385 h 1553444"/>
              <a:gd name="csX9" fmla="*/ 1868511 w 1868511"/>
              <a:gd name="csY9" fmla="*/ 1340227 h 1553444"/>
              <a:gd name="csX10" fmla="*/ 1655294 w 1868511"/>
              <a:gd name="csY10" fmla="*/ 1553444 h 1553444"/>
              <a:gd name="csX11" fmla="*/ 192276 w 1868511"/>
              <a:gd name="csY11" fmla="*/ 1553444 h 1553444"/>
              <a:gd name="csX12" fmla="*/ 16381 w 1868511"/>
              <a:gd name="csY12" fmla="*/ 1274912 h 1553444"/>
              <a:gd name="csX13" fmla="*/ 314962 w 1868511"/>
              <a:gd name="csY13" fmla="*/ 482721 h 1553444"/>
              <a:gd name="csX14" fmla="*/ 593492 w 1868511"/>
              <a:gd name="csY14" fmla="*/ 283499 h 1553444"/>
              <a:gd name="csX15" fmla="*/ 649425 w 1868511"/>
              <a:gd name="csY15" fmla="*/ 281820 h 1553444"/>
              <a:gd name="csX16" fmla="*/ 1055787 w 1868511"/>
              <a:gd name="csY16" fmla="*/ 0 h 1553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868511" h="1553444">
                <a:moveTo>
                  <a:pt x="1055787" y="0"/>
                </a:moveTo>
                <a:lnTo>
                  <a:pt x="1055787" y="279437"/>
                </a:lnTo>
                <a:lnTo>
                  <a:pt x="1059268" y="279406"/>
                </a:lnTo>
                <a:lnTo>
                  <a:pt x="1462149" y="0"/>
                </a:lnTo>
                <a:lnTo>
                  <a:pt x="1462149" y="275866"/>
                </a:lnTo>
                <a:lnTo>
                  <a:pt x="1470845" y="275789"/>
                </a:lnTo>
                <a:lnTo>
                  <a:pt x="1868511" y="0"/>
                </a:lnTo>
                <a:lnTo>
                  <a:pt x="1868511" y="281820"/>
                </a:lnTo>
                <a:lnTo>
                  <a:pt x="1868511" y="487385"/>
                </a:lnTo>
                <a:lnTo>
                  <a:pt x="1868511" y="1340227"/>
                </a:lnTo>
                <a:cubicBezTo>
                  <a:pt x="1868511" y="1457983"/>
                  <a:pt x="1773050" y="1553444"/>
                  <a:pt x="1655294" y="1553444"/>
                </a:cubicBezTo>
                <a:lnTo>
                  <a:pt x="192276" y="1553444"/>
                </a:lnTo>
                <a:cubicBezTo>
                  <a:pt x="74520" y="1553444"/>
                  <a:pt x="-44268" y="1425326"/>
                  <a:pt x="16381" y="1274912"/>
                </a:cubicBezTo>
                <a:lnTo>
                  <a:pt x="314962" y="482721"/>
                </a:lnTo>
                <a:cubicBezTo>
                  <a:pt x="347619" y="374296"/>
                  <a:pt x="475736" y="283499"/>
                  <a:pt x="593492" y="283499"/>
                </a:cubicBezTo>
                <a:lnTo>
                  <a:pt x="649425" y="281820"/>
                </a:lnTo>
                <a:lnTo>
                  <a:pt x="1055787" y="0"/>
                </a:lnTo>
                <a:close/>
              </a:path>
            </a:pathLst>
          </a:custGeom>
          <a:noFill/>
          <a:ln w="76200">
            <a:gradFill flip="none" rotWithShape="1">
              <a:gsLst>
                <a:gs pos="0">
                  <a:srgbClr val="1D234A"/>
                </a:gs>
                <a:gs pos="17000">
                  <a:srgbClr val="2D3879"/>
                </a:gs>
                <a:gs pos="100000">
                  <a:srgbClr val="36449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307D3A-FFCB-A9F9-5B04-2BD30F33BDE0}"/>
              </a:ext>
            </a:extLst>
          </p:cNvPr>
          <p:cNvCxnSpPr>
            <a:cxnSpLocks/>
          </p:cNvCxnSpPr>
          <p:nvPr/>
        </p:nvCxnSpPr>
        <p:spPr>
          <a:xfrm flipH="1">
            <a:off x="4815456" y="3450491"/>
            <a:ext cx="303245" cy="816429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F0689E5-90E2-13A8-CEB9-A361BEF4A71F}"/>
              </a:ext>
            </a:extLst>
          </p:cNvPr>
          <p:cNvSpPr txBox="1"/>
          <p:nvPr/>
        </p:nvSpPr>
        <p:spPr>
          <a:xfrm>
            <a:off x="1124322" y="2344532"/>
            <a:ext cx="128592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600" dirty="0"/>
              <a:t>@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E3CAB2ED-086C-A308-D923-0BEA55E806BE}"/>
              </a:ext>
            </a:extLst>
          </p:cNvPr>
          <p:cNvSpPr/>
          <p:nvPr/>
        </p:nvSpPr>
        <p:spPr>
          <a:xfrm>
            <a:off x="569729" y="2095300"/>
            <a:ext cx="1868511" cy="1708982"/>
          </a:xfrm>
          <a:custGeom>
            <a:avLst/>
            <a:gdLst>
              <a:gd name="csX0" fmla="*/ 1430259 w 1868511"/>
              <a:gd name="csY0" fmla="*/ 0 h 1708982"/>
              <a:gd name="csX1" fmla="*/ 1640844 w 1868511"/>
              <a:gd name="csY1" fmla="*/ 0 h 1708982"/>
              <a:gd name="csX2" fmla="*/ 1640844 w 1868511"/>
              <a:gd name="csY2" fmla="*/ 429833 h 1708982"/>
              <a:gd name="csX3" fmla="*/ 1655294 w 1868511"/>
              <a:gd name="csY3" fmla="*/ 429706 h 1708982"/>
              <a:gd name="csX4" fmla="*/ 1868511 w 1868511"/>
              <a:gd name="csY4" fmla="*/ 642923 h 1708982"/>
              <a:gd name="csX5" fmla="*/ 1868511 w 1868511"/>
              <a:gd name="csY5" fmla="*/ 1495765 h 1708982"/>
              <a:gd name="csX6" fmla="*/ 1655294 w 1868511"/>
              <a:gd name="csY6" fmla="*/ 1708982 h 1708982"/>
              <a:gd name="csX7" fmla="*/ 192276 w 1868511"/>
              <a:gd name="csY7" fmla="*/ 1708982 h 1708982"/>
              <a:gd name="csX8" fmla="*/ 16381 w 1868511"/>
              <a:gd name="csY8" fmla="*/ 1430450 h 1708982"/>
              <a:gd name="csX9" fmla="*/ 314962 w 1868511"/>
              <a:gd name="csY9" fmla="*/ 638259 h 1708982"/>
              <a:gd name="csX10" fmla="*/ 593492 w 1868511"/>
              <a:gd name="csY10" fmla="*/ 439037 h 1708982"/>
              <a:gd name="csX11" fmla="*/ 1430259 w 1868511"/>
              <a:gd name="csY11" fmla="*/ 431684 h 1708982"/>
              <a:gd name="csX0" fmla="*/ 1430259 w 1868511"/>
              <a:gd name="csY0" fmla="*/ 0 h 1708982"/>
              <a:gd name="csX1" fmla="*/ 1640844 w 1868511"/>
              <a:gd name="csY1" fmla="*/ 0 h 1708982"/>
              <a:gd name="csX2" fmla="*/ 1640844 w 1868511"/>
              <a:gd name="csY2" fmla="*/ 429833 h 1708982"/>
              <a:gd name="csX3" fmla="*/ 1655294 w 1868511"/>
              <a:gd name="csY3" fmla="*/ 429706 h 1708982"/>
              <a:gd name="csX4" fmla="*/ 1868511 w 1868511"/>
              <a:gd name="csY4" fmla="*/ 642923 h 1708982"/>
              <a:gd name="csX5" fmla="*/ 1868511 w 1868511"/>
              <a:gd name="csY5" fmla="*/ 1495765 h 1708982"/>
              <a:gd name="csX6" fmla="*/ 1655294 w 1868511"/>
              <a:gd name="csY6" fmla="*/ 1708982 h 1708982"/>
              <a:gd name="csX7" fmla="*/ 192276 w 1868511"/>
              <a:gd name="csY7" fmla="*/ 1708982 h 1708982"/>
              <a:gd name="csX8" fmla="*/ 16381 w 1868511"/>
              <a:gd name="csY8" fmla="*/ 1430450 h 1708982"/>
              <a:gd name="csX9" fmla="*/ 314962 w 1868511"/>
              <a:gd name="csY9" fmla="*/ 638259 h 1708982"/>
              <a:gd name="csX10" fmla="*/ 593492 w 1868511"/>
              <a:gd name="csY10" fmla="*/ 439037 h 1708982"/>
              <a:gd name="csX11" fmla="*/ 1395623 w 1868511"/>
              <a:gd name="csY11" fmla="*/ 435148 h 1708982"/>
              <a:gd name="csX12" fmla="*/ 1430259 w 1868511"/>
              <a:gd name="csY12" fmla="*/ 0 h 1708982"/>
              <a:gd name="csX0" fmla="*/ 1430259 w 1868511"/>
              <a:gd name="csY0" fmla="*/ 0 h 1708982"/>
              <a:gd name="csX1" fmla="*/ 1640844 w 1868511"/>
              <a:gd name="csY1" fmla="*/ 0 h 1708982"/>
              <a:gd name="csX2" fmla="*/ 1640844 w 1868511"/>
              <a:gd name="csY2" fmla="*/ 429833 h 1708982"/>
              <a:gd name="csX3" fmla="*/ 1655294 w 1868511"/>
              <a:gd name="csY3" fmla="*/ 429706 h 1708982"/>
              <a:gd name="csX4" fmla="*/ 1868511 w 1868511"/>
              <a:gd name="csY4" fmla="*/ 642923 h 1708982"/>
              <a:gd name="csX5" fmla="*/ 1868511 w 1868511"/>
              <a:gd name="csY5" fmla="*/ 1495765 h 1708982"/>
              <a:gd name="csX6" fmla="*/ 1655294 w 1868511"/>
              <a:gd name="csY6" fmla="*/ 1708982 h 1708982"/>
              <a:gd name="csX7" fmla="*/ 192276 w 1868511"/>
              <a:gd name="csY7" fmla="*/ 1708982 h 1708982"/>
              <a:gd name="csX8" fmla="*/ 16381 w 1868511"/>
              <a:gd name="csY8" fmla="*/ 1430450 h 1708982"/>
              <a:gd name="csX9" fmla="*/ 314962 w 1868511"/>
              <a:gd name="csY9" fmla="*/ 638259 h 1708982"/>
              <a:gd name="csX10" fmla="*/ 593492 w 1868511"/>
              <a:gd name="csY10" fmla="*/ 439037 h 1708982"/>
              <a:gd name="csX11" fmla="*/ 1395623 w 1868511"/>
              <a:gd name="csY11" fmla="*/ 435148 h 1708982"/>
              <a:gd name="csX12" fmla="*/ 1430259 w 1868511"/>
              <a:gd name="csY12" fmla="*/ 0 h 1708982"/>
              <a:gd name="csX0" fmla="*/ 1430259 w 1868511"/>
              <a:gd name="csY0" fmla="*/ 0 h 1708982"/>
              <a:gd name="csX1" fmla="*/ 1640844 w 1868511"/>
              <a:gd name="csY1" fmla="*/ 0 h 1708982"/>
              <a:gd name="csX2" fmla="*/ 1640844 w 1868511"/>
              <a:gd name="csY2" fmla="*/ 429833 h 1708982"/>
              <a:gd name="csX3" fmla="*/ 1655294 w 1868511"/>
              <a:gd name="csY3" fmla="*/ 429706 h 1708982"/>
              <a:gd name="csX4" fmla="*/ 1868511 w 1868511"/>
              <a:gd name="csY4" fmla="*/ 642923 h 1708982"/>
              <a:gd name="csX5" fmla="*/ 1868511 w 1868511"/>
              <a:gd name="csY5" fmla="*/ 1495765 h 1708982"/>
              <a:gd name="csX6" fmla="*/ 1655294 w 1868511"/>
              <a:gd name="csY6" fmla="*/ 1708982 h 1708982"/>
              <a:gd name="csX7" fmla="*/ 192276 w 1868511"/>
              <a:gd name="csY7" fmla="*/ 1708982 h 1708982"/>
              <a:gd name="csX8" fmla="*/ 16381 w 1868511"/>
              <a:gd name="csY8" fmla="*/ 1430450 h 1708982"/>
              <a:gd name="csX9" fmla="*/ 314962 w 1868511"/>
              <a:gd name="csY9" fmla="*/ 638259 h 1708982"/>
              <a:gd name="csX10" fmla="*/ 593492 w 1868511"/>
              <a:gd name="csY10" fmla="*/ 439037 h 1708982"/>
              <a:gd name="csX11" fmla="*/ 1395623 w 1868511"/>
              <a:gd name="csY11" fmla="*/ 435148 h 1708982"/>
              <a:gd name="csX12" fmla="*/ 1430259 w 1868511"/>
              <a:gd name="csY12" fmla="*/ 0 h 1708982"/>
              <a:gd name="csX0" fmla="*/ 1430259 w 1868511"/>
              <a:gd name="csY0" fmla="*/ 0 h 1708982"/>
              <a:gd name="csX1" fmla="*/ 1621794 w 1868511"/>
              <a:gd name="csY1" fmla="*/ 3175 h 1708982"/>
              <a:gd name="csX2" fmla="*/ 1640844 w 1868511"/>
              <a:gd name="csY2" fmla="*/ 429833 h 1708982"/>
              <a:gd name="csX3" fmla="*/ 1655294 w 1868511"/>
              <a:gd name="csY3" fmla="*/ 429706 h 1708982"/>
              <a:gd name="csX4" fmla="*/ 1868511 w 1868511"/>
              <a:gd name="csY4" fmla="*/ 642923 h 1708982"/>
              <a:gd name="csX5" fmla="*/ 1868511 w 1868511"/>
              <a:gd name="csY5" fmla="*/ 1495765 h 1708982"/>
              <a:gd name="csX6" fmla="*/ 1655294 w 1868511"/>
              <a:gd name="csY6" fmla="*/ 1708982 h 1708982"/>
              <a:gd name="csX7" fmla="*/ 192276 w 1868511"/>
              <a:gd name="csY7" fmla="*/ 1708982 h 1708982"/>
              <a:gd name="csX8" fmla="*/ 16381 w 1868511"/>
              <a:gd name="csY8" fmla="*/ 1430450 h 1708982"/>
              <a:gd name="csX9" fmla="*/ 314962 w 1868511"/>
              <a:gd name="csY9" fmla="*/ 638259 h 1708982"/>
              <a:gd name="csX10" fmla="*/ 593492 w 1868511"/>
              <a:gd name="csY10" fmla="*/ 439037 h 1708982"/>
              <a:gd name="csX11" fmla="*/ 1395623 w 1868511"/>
              <a:gd name="csY11" fmla="*/ 435148 h 1708982"/>
              <a:gd name="csX12" fmla="*/ 1430259 w 1868511"/>
              <a:gd name="csY12" fmla="*/ 0 h 1708982"/>
              <a:gd name="csX0" fmla="*/ 1430259 w 1868511"/>
              <a:gd name="csY0" fmla="*/ 0 h 1708982"/>
              <a:gd name="csX1" fmla="*/ 1621794 w 1868511"/>
              <a:gd name="csY1" fmla="*/ 3175 h 1708982"/>
              <a:gd name="csX2" fmla="*/ 1640844 w 1868511"/>
              <a:gd name="csY2" fmla="*/ 429833 h 1708982"/>
              <a:gd name="csX3" fmla="*/ 1655294 w 1868511"/>
              <a:gd name="csY3" fmla="*/ 429706 h 1708982"/>
              <a:gd name="csX4" fmla="*/ 1868511 w 1868511"/>
              <a:gd name="csY4" fmla="*/ 642923 h 1708982"/>
              <a:gd name="csX5" fmla="*/ 1868511 w 1868511"/>
              <a:gd name="csY5" fmla="*/ 1495765 h 1708982"/>
              <a:gd name="csX6" fmla="*/ 1655294 w 1868511"/>
              <a:gd name="csY6" fmla="*/ 1708982 h 1708982"/>
              <a:gd name="csX7" fmla="*/ 192276 w 1868511"/>
              <a:gd name="csY7" fmla="*/ 1708982 h 1708982"/>
              <a:gd name="csX8" fmla="*/ 16381 w 1868511"/>
              <a:gd name="csY8" fmla="*/ 1430450 h 1708982"/>
              <a:gd name="csX9" fmla="*/ 314962 w 1868511"/>
              <a:gd name="csY9" fmla="*/ 638259 h 1708982"/>
              <a:gd name="csX10" fmla="*/ 593492 w 1868511"/>
              <a:gd name="csY10" fmla="*/ 439037 h 1708982"/>
              <a:gd name="csX11" fmla="*/ 1395623 w 1868511"/>
              <a:gd name="csY11" fmla="*/ 435148 h 1708982"/>
              <a:gd name="csX12" fmla="*/ 1430259 w 1868511"/>
              <a:gd name="csY12" fmla="*/ 0 h 1708982"/>
              <a:gd name="csX0" fmla="*/ 1430259 w 1868511"/>
              <a:gd name="csY0" fmla="*/ 0 h 1708982"/>
              <a:gd name="csX1" fmla="*/ 1621794 w 1868511"/>
              <a:gd name="csY1" fmla="*/ 3175 h 1708982"/>
              <a:gd name="csX2" fmla="*/ 1640844 w 1868511"/>
              <a:gd name="csY2" fmla="*/ 429833 h 1708982"/>
              <a:gd name="csX3" fmla="*/ 1655294 w 1868511"/>
              <a:gd name="csY3" fmla="*/ 429706 h 1708982"/>
              <a:gd name="csX4" fmla="*/ 1868511 w 1868511"/>
              <a:gd name="csY4" fmla="*/ 642923 h 1708982"/>
              <a:gd name="csX5" fmla="*/ 1868511 w 1868511"/>
              <a:gd name="csY5" fmla="*/ 1495765 h 1708982"/>
              <a:gd name="csX6" fmla="*/ 1655294 w 1868511"/>
              <a:gd name="csY6" fmla="*/ 1708982 h 1708982"/>
              <a:gd name="csX7" fmla="*/ 192276 w 1868511"/>
              <a:gd name="csY7" fmla="*/ 1708982 h 1708982"/>
              <a:gd name="csX8" fmla="*/ 16381 w 1868511"/>
              <a:gd name="csY8" fmla="*/ 1430450 h 1708982"/>
              <a:gd name="csX9" fmla="*/ 314962 w 1868511"/>
              <a:gd name="csY9" fmla="*/ 638259 h 1708982"/>
              <a:gd name="csX10" fmla="*/ 593492 w 1868511"/>
              <a:gd name="csY10" fmla="*/ 439037 h 1708982"/>
              <a:gd name="csX11" fmla="*/ 1395623 w 1868511"/>
              <a:gd name="csY11" fmla="*/ 435148 h 1708982"/>
              <a:gd name="csX12" fmla="*/ 1430259 w 1868511"/>
              <a:gd name="csY12" fmla="*/ 0 h 17089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868511" h="1708982">
                <a:moveTo>
                  <a:pt x="1430259" y="0"/>
                </a:moveTo>
                <a:lnTo>
                  <a:pt x="1621794" y="3175"/>
                </a:lnTo>
                <a:cubicBezTo>
                  <a:pt x="1634494" y="154919"/>
                  <a:pt x="1634494" y="290789"/>
                  <a:pt x="1640844" y="429833"/>
                </a:cubicBezTo>
                <a:lnTo>
                  <a:pt x="1655294" y="429706"/>
                </a:lnTo>
                <a:cubicBezTo>
                  <a:pt x="1773050" y="429706"/>
                  <a:pt x="1868511" y="525167"/>
                  <a:pt x="1868511" y="642923"/>
                </a:cubicBezTo>
                <a:lnTo>
                  <a:pt x="1868511" y="1495765"/>
                </a:lnTo>
                <a:cubicBezTo>
                  <a:pt x="1868511" y="1613521"/>
                  <a:pt x="1773050" y="1708982"/>
                  <a:pt x="1655294" y="1708982"/>
                </a:cubicBezTo>
                <a:lnTo>
                  <a:pt x="192276" y="1708982"/>
                </a:lnTo>
                <a:cubicBezTo>
                  <a:pt x="74520" y="1708982"/>
                  <a:pt x="-44268" y="1580864"/>
                  <a:pt x="16381" y="1430450"/>
                </a:cubicBezTo>
                <a:lnTo>
                  <a:pt x="314962" y="638259"/>
                </a:lnTo>
                <a:cubicBezTo>
                  <a:pt x="347619" y="529834"/>
                  <a:pt x="475736" y="439037"/>
                  <a:pt x="593492" y="439037"/>
                </a:cubicBezTo>
                <a:lnTo>
                  <a:pt x="1395623" y="435148"/>
                </a:lnTo>
                <a:cubicBezTo>
                  <a:pt x="1412941" y="294717"/>
                  <a:pt x="1416405" y="150822"/>
                  <a:pt x="1430259" y="0"/>
                </a:cubicBezTo>
                <a:close/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BDE3011-826C-F255-343D-0929F2C37BA5}"/>
              </a:ext>
            </a:extLst>
          </p:cNvPr>
          <p:cNvCxnSpPr>
            <a:cxnSpLocks/>
          </p:cNvCxnSpPr>
          <p:nvPr/>
        </p:nvCxnSpPr>
        <p:spPr>
          <a:xfrm flipH="1">
            <a:off x="870694" y="2745257"/>
            <a:ext cx="303245" cy="816429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09787E-2A4D-5BCD-D4C1-3354F3B5807D}"/>
              </a:ext>
            </a:extLst>
          </p:cNvPr>
          <p:cNvCxnSpPr/>
          <p:nvPr/>
        </p:nvCxnSpPr>
        <p:spPr>
          <a:xfrm>
            <a:off x="1999988" y="2253094"/>
            <a:ext cx="19253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B6D40BF-188D-0FA2-6CC3-E4F346C38FC6}"/>
              </a:ext>
            </a:extLst>
          </p:cNvPr>
          <p:cNvSpPr/>
          <p:nvPr/>
        </p:nvSpPr>
        <p:spPr>
          <a:xfrm>
            <a:off x="7133592" y="2620696"/>
            <a:ext cx="2651322" cy="218756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F3A55C-D7FF-B48F-AC49-EED3AF107684}"/>
              </a:ext>
            </a:extLst>
          </p:cNvPr>
          <p:cNvSpPr txBox="1"/>
          <p:nvPr/>
        </p:nvSpPr>
        <p:spPr>
          <a:xfrm>
            <a:off x="8245654" y="3432432"/>
            <a:ext cx="962025" cy="939998"/>
          </a:xfrm>
          <a:custGeom>
            <a:avLst/>
            <a:gdLst/>
            <a:ahLst/>
            <a:cxnLst/>
            <a:rect l="l" t="t" r="r" b="b"/>
            <a:pathLst>
              <a:path w="962025" h="939998">
                <a:moveTo>
                  <a:pt x="473273" y="311944"/>
                </a:moveTo>
                <a:cubicBezTo>
                  <a:pt x="439936" y="311944"/>
                  <a:pt x="413444" y="319385"/>
                  <a:pt x="393799" y="334268"/>
                </a:cubicBezTo>
                <a:cubicBezTo>
                  <a:pt x="374154" y="349151"/>
                  <a:pt x="360065" y="368895"/>
                  <a:pt x="351532" y="393501"/>
                </a:cubicBezTo>
                <a:cubicBezTo>
                  <a:pt x="342999" y="418108"/>
                  <a:pt x="338733" y="444698"/>
                  <a:pt x="338733" y="473273"/>
                </a:cubicBezTo>
                <a:cubicBezTo>
                  <a:pt x="338733" y="502642"/>
                  <a:pt x="342900" y="529927"/>
                  <a:pt x="351234" y="555129"/>
                </a:cubicBezTo>
                <a:cubicBezTo>
                  <a:pt x="359569" y="580330"/>
                  <a:pt x="373161" y="600472"/>
                  <a:pt x="392013" y="615553"/>
                </a:cubicBezTo>
                <a:cubicBezTo>
                  <a:pt x="410865" y="630634"/>
                  <a:pt x="436165" y="638175"/>
                  <a:pt x="467915" y="638175"/>
                </a:cubicBezTo>
                <a:cubicBezTo>
                  <a:pt x="502047" y="638175"/>
                  <a:pt x="529332" y="630634"/>
                  <a:pt x="549771" y="615553"/>
                </a:cubicBezTo>
                <a:cubicBezTo>
                  <a:pt x="570210" y="600472"/>
                  <a:pt x="584894" y="580430"/>
                  <a:pt x="593824" y="555426"/>
                </a:cubicBezTo>
                <a:cubicBezTo>
                  <a:pt x="602754" y="530423"/>
                  <a:pt x="607219" y="503039"/>
                  <a:pt x="607219" y="473273"/>
                </a:cubicBezTo>
                <a:cubicBezTo>
                  <a:pt x="607219" y="444698"/>
                  <a:pt x="602853" y="418108"/>
                  <a:pt x="594122" y="393501"/>
                </a:cubicBezTo>
                <a:cubicBezTo>
                  <a:pt x="585390" y="368895"/>
                  <a:pt x="571202" y="349151"/>
                  <a:pt x="551557" y="334268"/>
                </a:cubicBezTo>
                <a:cubicBezTo>
                  <a:pt x="531911" y="319385"/>
                  <a:pt x="505817" y="311944"/>
                  <a:pt x="473273" y="311944"/>
                </a:cubicBezTo>
                <a:close/>
                <a:moveTo>
                  <a:pt x="482203" y="0"/>
                </a:moveTo>
                <a:cubicBezTo>
                  <a:pt x="555228" y="0"/>
                  <a:pt x="621109" y="11311"/>
                  <a:pt x="679847" y="33933"/>
                </a:cubicBezTo>
                <a:cubicBezTo>
                  <a:pt x="738584" y="56555"/>
                  <a:pt x="789086" y="88503"/>
                  <a:pt x="831354" y="129778"/>
                </a:cubicBezTo>
                <a:cubicBezTo>
                  <a:pt x="873621" y="171053"/>
                  <a:pt x="905966" y="219472"/>
                  <a:pt x="928390" y="275034"/>
                </a:cubicBezTo>
                <a:cubicBezTo>
                  <a:pt x="950813" y="330597"/>
                  <a:pt x="962025" y="391319"/>
                  <a:pt x="962025" y="457200"/>
                </a:cubicBezTo>
                <a:cubicBezTo>
                  <a:pt x="962025" y="519509"/>
                  <a:pt x="952996" y="569516"/>
                  <a:pt x="934938" y="607219"/>
                </a:cubicBezTo>
                <a:cubicBezTo>
                  <a:pt x="916880" y="644922"/>
                  <a:pt x="892869" y="672207"/>
                  <a:pt x="862905" y="689074"/>
                </a:cubicBezTo>
                <a:cubicBezTo>
                  <a:pt x="832941" y="705941"/>
                  <a:pt x="800100" y="714375"/>
                  <a:pt x="764381" y="714375"/>
                </a:cubicBezTo>
                <a:cubicBezTo>
                  <a:pt x="726281" y="714375"/>
                  <a:pt x="694630" y="706437"/>
                  <a:pt x="669429" y="690562"/>
                </a:cubicBezTo>
                <a:cubicBezTo>
                  <a:pt x="644227" y="674687"/>
                  <a:pt x="627459" y="650478"/>
                  <a:pt x="619125" y="617934"/>
                </a:cubicBezTo>
                <a:cubicBezTo>
                  <a:pt x="606425" y="645716"/>
                  <a:pt x="585688" y="668734"/>
                  <a:pt x="556915" y="686991"/>
                </a:cubicBezTo>
                <a:cubicBezTo>
                  <a:pt x="528141" y="705247"/>
                  <a:pt x="494109" y="714375"/>
                  <a:pt x="454819" y="714375"/>
                </a:cubicBezTo>
                <a:cubicBezTo>
                  <a:pt x="410369" y="714375"/>
                  <a:pt x="372467" y="704354"/>
                  <a:pt x="341114" y="684312"/>
                </a:cubicBezTo>
                <a:cubicBezTo>
                  <a:pt x="309761" y="664269"/>
                  <a:pt x="285849" y="636290"/>
                  <a:pt x="269379" y="600373"/>
                </a:cubicBezTo>
                <a:cubicBezTo>
                  <a:pt x="252908" y="564455"/>
                  <a:pt x="244673" y="522486"/>
                  <a:pt x="244673" y="474464"/>
                </a:cubicBezTo>
                <a:cubicBezTo>
                  <a:pt x="244673" y="426442"/>
                  <a:pt x="253404" y="384572"/>
                  <a:pt x="270867" y="348853"/>
                </a:cubicBezTo>
                <a:cubicBezTo>
                  <a:pt x="288329" y="313134"/>
                  <a:pt x="313233" y="285452"/>
                  <a:pt x="345579" y="265807"/>
                </a:cubicBezTo>
                <a:cubicBezTo>
                  <a:pt x="377924" y="246162"/>
                  <a:pt x="416123" y="236339"/>
                  <a:pt x="460176" y="236339"/>
                </a:cubicBezTo>
                <a:cubicBezTo>
                  <a:pt x="495895" y="236339"/>
                  <a:pt x="526454" y="243681"/>
                  <a:pt x="551854" y="258366"/>
                </a:cubicBezTo>
                <a:cubicBezTo>
                  <a:pt x="577254" y="273050"/>
                  <a:pt x="595709" y="290314"/>
                  <a:pt x="607219" y="310158"/>
                </a:cubicBezTo>
                <a:lnTo>
                  <a:pt x="611386" y="243483"/>
                </a:lnTo>
                <a:lnTo>
                  <a:pt x="701873" y="243483"/>
                </a:lnTo>
                <a:lnTo>
                  <a:pt x="701873" y="564356"/>
                </a:lnTo>
                <a:cubicBezTo>
                  <a:pt x="701873" y="591741"/>
                  <a:pt x="707826" y="611187"/>
                  <a:pt x="719733" y="622697"/>
                </a:cubicBezTo>
                <a:cubicBezTo>
                  <a:pt x="731639" y="634206"/>
                  <a:pt x="749101" y="639961"/>
                  <a:pt x="772120" y="639961"/>
                </a:cubicBezTo>
                <a:cubicBezTo>
                  <a:pt x="797123" y="639961"/>
                  <a:pt x="817562" y="632321"/>
                  <a:pt x="833437" y="617041"/>
                </a:cubicBezTo>
                <a:cubicBezTo>
                  <a:pt x="849312" y="601762"/>
                  <a:pt x="861119" y="580430"/>
                  <a:pt x="868858" y="553045"/>
                </a:cubicBezTo>
                <a:cubicBezTo>
                  <a:pt x="876597" y="525661"/>
                  <a:pt x="880467" y="494109"/>
                  <a:pt x="880467" y="458391"/>
                </a:cubicBezTo>
                <a:cubicBezTo>
                  <a:pt x="880467" y="380206"/>
                  <a:pt x="863699" y="312241"/>
                  <a:pt x="830163" y="254496"/>
                </a:cubicBezTo>
                <a:cubicBezTo>
                  <a:pt x="796627" y="196751"/>
                  <a:pt x="749895" y="151904"/>
                  <a:pt x="689967" y="119955"/>
                </a:cubicBezTo>
                <a:cubicBezTo>
                  <a:pt x="630039" y="88007"/>
                  <a:pt x="560784" y="72033"/>
                  <a:pt x="482203" y="72033"/>
                </a:cubicBezTo>
                <a:cubicBezTo>
                  <a:pt x="403622" y="72033"/>
                  <a:pt x="334268" y="88205"/>
                  <a:pt x="274141" y="120551"/>
                </a:cubicBezTo>
                <a:cubicBezTo>
                  <a:pt x="214015" y="152896"/>
                  <a:pt x="166985" y="198834"/>
                  <a:pt x="133052" y="258366"/>
                </a:cubicBezTo>
                <a:cubicBezTo>
                  <a:pt x="99120" y="317897"/>
                  <a:pt x="82153" y="388342"/>
                  <a:pt x="82153" y="469701"/>
                </a:cubicBezTo>
                <a:cubicBezTo>
                  <a:pt x="82153" y="554633"/>
                  <a:pt x="99616" y="626765"/>
                  <a:pt x="134541" y="686098"/>
                </a:cubicBezTo>
                <a:cubicBezTo>
                  <a:pt x="169465" y="745430"/>
                  <a:pt x="217289" y="790575"/>
                  <a:pt x="278011" y="821531"/>
                </a:cubicBezTo>
                <a:cubicBezTo>
                  <a:pt x="338733" y="852487"/>
                  <a:pt x="407987" y="867966"/>
                  <a:pt x="485775" y="867966"/>
                </a:cubicBezTo>
                <a:cubicBezTo>
                  <a:pt x="525065" y="867966"/>
                  <a:pt x="563761" y="864096"/>
                  <a:pt x="601861" y="856357"/>
                </a:cubicBezTo>
                <a:cubicBezTo>
                  <a:pt x="639961" y="848618"/>
                  <a:pt x="675084" y="838002"/>
                  <a:pt x="707231" y="824508"/>
                </a:cubicBezTo>
                <a:lnTo>
                  <a:pt x="707231" y="903089"/>
                </a:lnTo>
                <a:cubicBezTo>
                  <a:pt x="675481" y="914995"/>
                  <a:pt x="640953" y="924123"/>
                  <a:pt x="603647" y="930473"/>
                </a:cubicBezTo>
                <a:cubicBezTo>
                  <a:pt x="566340" y="936823"/>
                  <a:pt x="528240" y="939998"/>
                  <a:pt x="489347" y="939998"/>
                </a:cubicBezTo>
                <a:cubicBezTo>
                  <a:pt x="392906" y="939998"/>
                  <a:pt x="307975" y="920849"/>
                  <a:pt x="234553" y="882551"/>
                </a:cubicBezTo>
                <a:cubicBezTo>
                  <a:pt x="161131" y="844252"/>
                  <a:pt x="103684" y="789880"/>
                  <a:pt x="62210" y="719435"/>
                </a:cubicBezTo>
                <a:cubicBezTo>
                  <a:pt x="20737" y="648990"/>
                  <a:pt x="0" y="565745"/>
                  <a:pt x="0" y="469701"/>
                </a:cubicBezTo>
                <a:cubicBezTo>
                  <a:pt x="0" y="398661"/>
                  <a:pt x="11906" y="334268"/>
                  <a:pt x="35719" y="276523"/>
                </a:cubicBezTo>
                <a:cubicBezTo>
                  <a:pt x="59531" y="218777"/>
                  <a:pt x="93166" y="169267"/>
                  <a:pt x="136624" y="127992"/>
                </a:cubicBezTo>
                <a:cubicBezTo>
                  <a:pt x="180082" y="86717"/>
                  <a:pt x="231080" y="55066"/>
                  <a:pt x="289619" y="33040"/>
                </a:cubicBezTo>
                <a:cubicBezTo>
                  <a:pt x="348158" y="11013"/>
                  <a:pt x="412353" y="0"/>
                  <a:pt x="48220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endParaRPr lang="en-US" sz="9600" dirty="0">
              <a:solidFill>
                <a:schemeClr val="bg1"/>
              </a:solidFill>
            </a:endParaRPr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9D9CED5B-C786-1AF9-FDE4-4AAFAB56590C}"/>
              </a:ext>
            </a:extLst>
          </p:cNvPr>
          <p:cNvSpPr/>
          <p:nvPr/>
        </p:nvSpPr>
        <p:spPr>
          <a:xfrm>
            <a:off x="7525801" y="2981074"/>
            <a:ext cx="1868511" cy="1553444"/>
          </a:xfrm>
          <a:custGeom>
            <a:avLst/>
            <a:gdLst>
              <a:gd name="csX0" fmla="*/ 1055787 w 1868511"/>
              <a:gd name="csY0" fmla="*/ 0 h 1553444"/>
              <a:gd name="csX1" fmla="*/ 1055787 w 1868511"/>
              <a:gd name="csY1" fmla="*/ 279437 h 1553444"/>
              <a:gd name="csX2" fmla="*/ 1059268 w 1868511"/>
              <a:gd name="csY2" fmla="*/ 279406 h 1553444"/>
              <a:gd name="csX3" fmla="*/ 1462149 w 1868511"/>
              <a:gd name="csY3" fmla="*/ 0 h 1553444"/>
              <a:gd name="csX4" fmla="*/ 1462149 w 1868511"/>
              <a:gd name="csY4" fmla="*/ 275866 h 1553444"/>
              <a:gd name="csX5" fmla="*/ 1470845 w 1868511"/>
              <a:gd name="csY5" fmla="*/ 275789 h 1553444"/>
              <a:gd name="csX6" fmla="*/ 1868511 w 1868511"/>
              <a:gd name="csY6" fmla="*/ 0 h 1553444"/>
              <a:gd name="csX7" fmla="*/ 1868511 w 1868511"/>
              <a:gd name="csY7" fmla="*/ 281820 h 1553444"/>
              <a:gd name="csX8" fmla="*/ 1708960 w 1868511"/>
              <a:gd name="csY8" fmla="*/ 281820 h 1553444"/>
              <a:gd name="csX9" fmla="*/ 1738287 w 1868511"/>
              <a:gd name="csY9" fmla="*/ 290924 h 1553444"/>
              <a:gd name="csX10" fmla="*/ 1868511 w 1868511"/>
              <a:gd name="csY10" fmla="*/ 487385 h 1553444"/>
              <a:gd name="csX11" fmla="*/ 1868511 w 1868511"/>
              <a:gd name="csY11" fmla="*/ 1340227 h 1553444"/>
              <a:gd name="csX12" fmla="*/ 1655294 w 1868511"/>
              <a:gd name="csY12" fmla="*/ 1553444 h 1553444"/>
              <a:gd name="csX13" fmla="*/ 192276 w 1868511"/>
              <a:gd name="csY13" fmla="*/ 1553444 h 1553444"/>
              <a:gd name="csX14" fmla="*/ 16381 w 1868511"/>
              <a:gd name="csY14" fmla="*/ 1274912 h 1553444"/>
              <a:gd name="csX15" fmla="*/ 314962 w 1868511"/>
              <a:gd name="csY15" fmla="*/ 482721 h 1553444"/>
              <a:gd name="csX16" fmla="*/ 593492 w 1868511"/>
              <a:gd name="csY16" fmla="*/ 283499 h 1553444"/>
              <a:gd name="csX17" fmla="*/ 784560 w 1868511"/>
              <a:gd name="csY17" fmla="*/ 281820 h 1553444"/>
              <a:gd name="csX18" fmla="*/ 649425 w 1868511"/>
              <a:gd name="csY18" fmla="*/ 281820 h 1553444"/>
              <a:gd name="csX0" fmla="*/ 1055787 w 1868511"/>
              <a:gd name="csY0" fmla="*/ 0 h 1553444"/>
              <a:gd name="csX1" fmla="*/ 1055787 w 1868511"/>
              <a:gd name="csY1" fmla="*/ 279437 h 1553444"/>
              <a:gd name="csX2" fmla="*/ 1059268 w 1868511"/>
              <a:gd name="csY2" fmla="*/ 279406 h 1553444"/>
              <a:gd name="csX3" fmla="*/ 1462149 w 1868511"/>
              <a:gd name="csY3" fmla="*/ 0 h 1553444"/>
              <a:gd name="csX4" fmla="*/ 1462149 w 1868511"/>
              <a:gd name="csY4" fmla="*/ 275866 h 1553444"/>
              <a:gd name="csX5" fmla="*/ 1470845 w 1868511"/>
              <a:gd name="csY5" fmla="*/ 275789 h 1553444"/>
              <a:gd name="csX6" fmla="*/ 1868511 w 1868511"/>
              <a:gd name="csY6" fmla="*/ 0 h 1553444"/>
              <a:gd name="csX7" fmla="*/ 1868511 w 1868511"/>
              <a:gd name="csY7" fmla="*/ 281820 h 1553444"/>
              <a:gd name="csX8" fmla="*/ 1708960 w 1868511"/>
              <a:gd name="csY8" fmla="*/ 281820 h 1553444"/>
              <a:gd name="csX9" fmla="*/ 1738287 w 1868511"/>
              <a:gd name="csY9" fmla="*/ 290924 h 1553444"/>
              <a:gd name="csX10" fmla="*/ 1868511 w 1868511"/>
              <a:gd name="csY10" fmla="*/ 487385 h 1553444"/>
              <a:gd name="csX11" fmla="*/ 1868511 w 1868511"/>
              <a:gd name="csY11" fmla="*/ 1340227 h 1553444"/>
              <a:gd name="csX12" fmla="*/ 1655294 w 1868511"/>
              <a:gd name="csY12" fmla="*/ 1553444 h 1553444"/>
              <a:gd name="csX13" fmla="*/ 192276 w 1868511"/>
              <a:gd name="csY13" fmla="*/ 1553444 h 1553444"/>
              <a:gd name="csX14" fmla="*/ 16381 w 1868511"/>
              <a:gd name="csY14" fmla="*/ 1274912 h 1553444"/>
              <a:gd name="csX15" fmla="*/ 314962 w 1868511"/>
              <a:gd name="csY15" fmla="*/ 482721 h 1553444"/>
              <a:gd name="csX16" fmla="*/ 593492 w 1868511"/>
              <a:gd name="csY16" fmla="*/ 283499 h 1553444"/>
              <a:gd name="csX17" fmla="*/ 773083 w 1868511"/>
              <a:gd name="csY17" fmla="*/ 358339 h 1553444"/>
              <a:gd name="csX18" fmla="*/ 649425 w 1868511"/>
              <a:gd name="csY18" fmla="*/ 281820 h 1553444"/>
              <a:gd name="csX19" fmla="*/ 1055787 w 1868511"/>
              <a:gd name="csY19" fmla="*/ 0 h 1553444"/>
              <a:gd name="csX0" fmla="*/ 1055787 w 1868511"/>
              <a:gd name="csY0" fmla="*/ 0 h 1553444"/>
              <a:gd name="csX1" fmla="*/ 1055787 w 1868511"/>
              <a:gd name="csY1" fmla="*/ 279437 h 1553444"/>
              <a:gd name="csX2" fmla="*/ 1059268 w 1868511"/>
              <a:gd name="csY2" fmla="*/ 279406 h 1553444"/>
              <a:gd name="csX3" fmla="*/ 1462149 w 1868511"/>
              <a:gd name="csY3" fmla="*/ 0 h 1553444"/>
              <a:gd name="csX4" fmla="*/ 1462149 w 1868511"/>
              <a:gd name="csY4" fmla="*/ 275866 h 1553444"/>
              <a:gd name="csX5" fmla="*/ 1470845 w 1868511"/>
              <a:gd name="csY5" fmla="*/ 275789 h 1553444"/>
              <a:gd name="csX6" fmla="*/ 1868511 w 1868511"/>
              <a:gd name="csY6" fmla="*/ 0 h 1553444"/>
              <a:gd name="csX7" fmla="*/ 1868511 w 1868511"/>
              <a:gd name="csY7" fmla="*/ 281820 h 1553444"/>
              <a:gd name="csX8" fmla="*/ 1708960 w 1868511"/>
              <a:gd name="csY8" fmla="*/ 281820 h 1553444"/>
              <a:gd name="csX9" fmla="*/ 1738287 w 1868511"/>
              <a:gd name="csY9" fmla="*/ 290924 h 1553444"/>
              <a:gd name="csX10" fmla="*/ 1868511 w 1868511"/>
              <a:gd name="csY10" fmla="*/ 487385 h 1553444"/>
              <a:gd name="csX11" fmla="*/ 1868511 w 1868511"/>
              <a:gd name="csY11" fmla="*/ 1340227 h 1553444"/>
              <a:gd name="csX12" fmla="*/ 1655294 w 1868511"/>
              <a:gd name="csY12" fmla="*/ 1553444 h 1553444"/>
              <a:gd name="csX13" fmla="*/ 192276 w 1868511"/>
              <a:gd name="csY13" fmla="*/ 1553444 h 1553444"/>
              <a:gd name="csX14" fmla="*/ 16381 w 1868511"/>
              <a:gd name="csY14" fmla="*/ 1274912 h 1553444"/>
              <a:gd name="csX15" fmla="*/ 314962 w 1868511"/>
              <a:gd name="csY15" fmla="*/ 482721 h 1553444"/>
              <a:gd name="csX16" fmla="*/ 593492 w 1868511"/>
              <a:gd name="csY16" fmla="*/ 283499 h 1553444"/>
              <a:gd name="csX17" fmla="*/ 649425 w 1868511"/>
              <a:gd name="csY17" fmla="*/ 281820 h 1553444"/>
              <a:gd name="csX18" fmla="*/ 1055787 w 1868511"/>
              <a:gd name="csY18" fmla="*/ 0 h 1553444"/>
              <a:gd name="csX0" fmla="*/ 1055787 w 1868511"/>
              <a:gd name="csY0" fmla="*/ 0 h 1553444"/>
              <a:gd name="csX1" fmla="*/ 1055787 w 1868511"/>
              <a:gd name="csY1" fmla="*/ 279437 h 1553444"/>
              <a:gd name="csX2" fmla="*/ 1059268 w 1868511"/>
              <a:gd name="csY2" fmla="*/ 279406 h 1553444"/>
              <a:gd name="csX3" fmla="*/ 1462149 w 1868511"/>
              <a:gd name="csY3" fmla="*/ 0 h 1553444"/>
              <a:gd name="csX4" fmla="*/ 1462149 w 1868511"/>
              <a:gd name="csY4" fmla="*/ 275866 h 1553444"/>
              <a:gd name="csX5" fmla="*/ 1470845 w 1868511"/>
              <a:gd name="csY5" fmla="*/ 275789 h 1553444"/>
              <a:gd name="csX6" fmla="*/ 1868511 w 1868511"/>
              <a:gd name="csY6" fmla="*/ 0 h 1553444"/>
              <a:gd name="csX7" fmla="*/ 1868511 w 1868511"/>
              <a:gd name="csY7" fmla="*/ 281820 h 1553444"/>
              <a:gd name="csX8" fmla="*/ 1738287 w 1868511"/>
              <a:gd name="csY8" fmla="*/ 290924 h 1553444"/>
              <a:gd name="csX9" fmla="*/ 1868511 w 1868511"/>
              <a:gd name="csY9" fmla="*/ 487385 h 1553444"/>
              <a:gd name="csX10" fmla="*/ 1868511 w 1868511"/>
              <a:gd name="csY10" fmla="*/ 1340227 h 1553444"/>
              <a:gd name="csX11" fmla="*/ 1655294 w 1868511"/>
              <a:gd name="csY11" fmla="*/ 1553444 h 1553444"/>
              <a:gd name="csX12" fmla="*/ 192276 w 1868511"/>
              <a:gd name="csY12" fmla="*/ 1553444 h 1553444"/>
              <a:gd name="csX13" fmla="*/ 16381 w 1868511"/>
              <a:gd name="csY13" fmla="*/ 1274912 h 1553444"/>
              <a:gd name="csX14" fmla="*/ 314962 w 1868511"/>
              <a:gd name="csY14" fmla="*/ 482721 h 1553444"/>
              <a:gd name="csX15" fmla="*/ 593492 w 1868511"/>
              <a:gd name="csY15" fmla="*/ 283499 h 1553444"/>
              <a:gd name="csX16" fmla="*/ 649425 w 1868511"/>
              <a:gd name="csY16" fmla="*/ 281820 h 1553444"/>
              <a:gd name="csX17" fmla="*/ 1055787 w 1868511"/>
              <a:gd name="csY17" fmla="*/ 0 h 1553444"/>
              <a:gd name="csX0" fmla="*/ 1055787 w 1868511"/>
              <a:gd name="csY0" fmla="*/ 0 h 1553444"/>
              <a:gd name="csX1" fmla="*/ 1055787 w 1868511"/>
              <a:gd name="csY1" fmla="*/ 279437 h 1553444"/>
              <a:gd name="csX2" fmla="*/ 1059268 w 1868511"/>
              <a:gd name="csY2" fmla="*/ 279406 h 1553444"/>
              <a:gd name="csX3" fmla="*/ 1462149 w 1868511"/>
              <a:gd name="csY3" fmla="*/ 0 h 1553444"/>
              <a:gd name="csX4" fmla="*/ 1462149 w 1868511"/>
              <a:gd name="csY4" fmla="*/ 275866 h 1553444"/>
              <a:gd name="csX5" fmla="*/ 1470845 w 1868511"/>
              <a:gd name="csY5" fmla="*/ 275789 h 1553444"/>
              <a:gd name="csX6" fmla="*/ 1868511 w 1868511"/>
              <a:gd name="csY6" fmla="*/ 0 h 1553444"/>
              <a:gd name="csX7" fmla="*/ 1868511 w 1868511"/>
              <a:gd name="csY7" fmla="*/ 281820 h 1553444"/>
              <a:gd name="csX8" fmla="*/ 1868511 w 1868511"/>
              <a:gd name="csY8" fmla="*/ 487385 h 1553444"/>
              <a:gd name="csX9" fmla="*/ 1868511 w 1868511"/>
              <a:gd name="csY9" fmla="*/ 1340227 h 1553444"/>
              <a:gd name="csX10" fmla="*/ 1655294 w 1868511"/>
              <a:gd name="csY10" fmla="*/ 1553444 h 1553444"/>
              <a:gd name="csX11" fmla="*/ 192276 w 1868511"/>
              <a:gd name="csY11" fmla="*/ 1553444 h 1553444"/>
              <a:gd name="csX12" fmla="*/ 16381 w 1868511"/>
              <a:gd name="csY12" fmla="*/ 1274912 h 1553444"/>
              <a:gd name="csX13" fmla="*/ 314962 w 1868511"/>
              <a:gd name="csY13" fmla="*/ 482721 h 1553444"/>
              <a:gd name="csX14" fmla="*/ 593492 w 1868511"/>
              <a:gd name="csY14" fmla="*/ 283499 h 1553444"/>
              <a:gd name="csX15" fmla="*/ 649425 w 1868511"/>
              <a:gd name="csY15" fmla="*/ 281820 h 1553444"/>
              <a:gd name="csX16" fmla="*/ 1055787 w 1868511"/>
              <a:gd name="csY16" fmla="*/ 0 h 1553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868511" h="1553444">
                <a:moveTo>
                  <a:pt x="1055787" y="0"/>
                </a:moveTo>
                <a:lnTo>
                  <a:pt x="1055787" y="279437"/>
                </a:lnTo>
                <a:lnTo>
                  <a:pt x="1059268" y="279406"/>
                </a:lnTo>
                <a:lnTo>
                  <a:pt x="1462149" y="0"/>
                </a:lnTo>
                <a:lnTo>
                  <a:pt x="1462149" y="275866"/>
                </a:lnTo>
                <a:lnTo>
                  <a:pt x="1470845" y="275789"/>
                </a:lnTo>
                <a:lnTo>
                  <a:pt x="1868511" y="0"/>
                </a:lnTo>
                <a:lnTo>
                  <a:pt x="1868511" y="281820"/>
                </a:lnTo>
                <a:lnTo>
                  <a:pt x="1868511" y="487385"/>
                </a:lnTo>
                <a:lnTo>
                  <a:pt x="1868511" y="1340227"/>
                </a:lnTo>
                <a:cubicBezTo>
                  <a:pt x="1868511" y="1457983"/>
                  <a:pt x="1773050" y="1553444"/>
                  <a:pt x="1655294" y="1553444"/>
                </a:cubicBezTo>
                <a:lnTo>
                  <a:pt x="192276" y="1553444"/>
                </a:lnTo>
                <a:cubicBezTo>
                  <a:pt x="74520" y="1553444"/>
                  <a:pt x="-44268" y="1425326"/>
                  <a:pt x="16381" y="1274912"/>
                </a:cubicBezTo>
                <a:lnTo>
                  <a:pt x="314962" y="482721"/>
                </a:lnTo>
                <a:cubicBezTo>
                  <a:pt x="347619" y="374296"/>
                  <a:pt x="475736" y="283499"/>
                  <a:pt x="593492" y="283499"/>
                </a:cubicBezTo>
                <a:lnTo>
                  <a:pt x="649425" y="281820"/>
                </a:lnTo>
                <a:lnTo>
                  <a:pt x="1055787" y="0"/>
                </a:lnTo>
                <a:close/>
              </a:path>
            </a:pathLst>
          </a:custGeom>
          <a:noFill/>
          <a:ln w="76200">
            <a:gradFill flip="none" rotWithShape="1">
              <a:gsLst>
                <a:gs pos="0">
                  <a:srgbClr val="3E4CA2"/>
                </a:gs>
                <a:gs pos="22000">
                  <a:srgbClr val="475ABF"/>
                </a:gs>
                <a:gs pos="100000">
                  <a:srgbClr val="566CE6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1E945E7-7B34-2690-2780-B8B8257FB7E4}"/>
              </a:ext>
            </a:extLst>
          </p:cNvPr>
          <p:cNvCxnSpPr>
            <a:cxnSpLocks/>
          </p:cNvCxnSpPr>
          <p:nvPr/>
        </p:nvCxnSpPr>
        <p:spPr>
          <a:xfrm flipH="1">
            <a:off x="7826766" y="3475493"/>
            <a:ext cx="303245" cy="816429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315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Perry</dc:creator>
  <cp:lastModifiedBy>Michael Perry</cp:lastModifiedBy>
  <cp:revision>2</cp:revision>
  <dcterms:created xsi:type="dcterms:W3CDTF">2026-02-18T11:45:15Z</dcterms:created>
  <dcterms:modified xsi:type="dcterms:W3CDTF">2026-02-18T13:47:00Z</dcterms:modified>
</cp:coreProperties>
</file>